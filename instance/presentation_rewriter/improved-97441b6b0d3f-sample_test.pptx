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Welcome to presenova presentation.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We do not stop here and we can improve text.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Project Metrics.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point about efficiency.</a:t>
            </a:r>
          </a:p>
          <a:p>
            <a:r>
              <a:t>Second point about accuracy.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