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Presenova 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Optimizing performance through continuous improvement and data-driven refinement.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Presenova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Boosted operational efficiency by 22% through workflow automation.</a:t>
            </a:r>
          </a:p>
          <a:p>
            <a:r>
              <a:t>Achieved a 98.5% accuracy rate in data processing benchmarks.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