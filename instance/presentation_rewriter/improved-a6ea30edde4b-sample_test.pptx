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the Presenova 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Driving continuous improvement through enhanced project efficiency, data accuracy, and ongoing content optimization.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Project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Accelerated workflow efficiency by 35% through automated process integration</a:t>
            </a:r>
          </a:p>
          <a:p>
            <a:r>
              <a:t>Enhanced data accuracy to 99.2% using real-time validation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